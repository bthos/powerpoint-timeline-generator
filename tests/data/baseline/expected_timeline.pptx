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5E92-03AA-C540-BADD-119DBE3FB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3EEC0-1F0B-DB9E-60F2-CAC80C8D5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1F13F-04BC-5ED4-E3A0-A1BDAB7D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00C42-6900-BFF2-05A2-ACF78F7C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826C6-2841-EE71-128F-F36E57C5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7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4674-DE32-D045-98F1-2862233B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0D591-47CD-FD17-CC9A-0B5021A56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B5E21-DF78-3EB9-2E2A-6D0DEB52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695A7-EA25-9CD9-234B-569ED745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ED4CC-DE00-59CB-9A8D-C26DDE46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9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AD95A-579A-7B5E-C5CA-78E06449D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CADA4-B087-403E-3841-454038F62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F282D-3AA3-6329-ACE1-3D4FC0D0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353CC-87D7-2CC3-0D9A-C763C6397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71B7-048F-C691-9572-D4AE354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7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27E72-E19C-2BE2-A65C-2D5AEFABA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BB16-18A9-C987-EEC0-DB434A960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D2D5B-DAC7-98A2-5AAE-E64BBDB15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99BAA-4157-180C-0FAF-F8B9C086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B1E58-12AD-E61E-7351-908E6F2C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1B472-B614-08DE-513B-8890944F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7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35EA-3E07-9EEC-3404-D2E53F743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D52C5-5E1E-D57F-38AF-120F6F979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36F20-C307-7ADF-C66C-F93652A51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34B7-F518-A28E-5673-38378ED98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1AFA2-C871-4755-AB57-47B9EB494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5206F-80DF-579F-D219-8C216827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ABCC63-8D44-9812-8CCC-8407190F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2F70CB-BD35-A98B-E358-A59F0E7E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7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0F95-CB37-33FC-0D7F-23C4674C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A0EA6-6920-3B0D-EA64-666DA43E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64F106-F53A-5273-B4D8-E4BCCA939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941AA-9E51-4609-8FDD-ACA45DDF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8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4F62DA-F0C6-BD31-92CE-30B043C6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04C54-9466-2197-1F6F-AE5E53E7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8C4F3-0FFB-047C-A4E3-B877A95E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3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B640-E9EB-07A2-0F72-6891BD57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A4851-1E8E-8F2B-8028-9BF2D81AD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71E4B-D927-50F1-A77F-A2D28DFAA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F0F9F-5D9B-56BC-6D1D-DDB826F2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961B2-BF9C-088F-3F13-E5AE383E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D1F84-11E5-9B73-8F1D-0A091F17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1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9B0C-10B4-F1F6-F0D8-E51BE748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8148F-1CA7-0B9B-EF9E-15BA9D311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EA829-B405-1A80-CB4E-F8A8A81B7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28754-70FF-4B44-6F6B-84C23FDC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73C77-444C-FDF1-49C0-BBA4AF5A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C7A97-14E9-F0DF-A45A-B04B5D9A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4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D52F-7321-402C-7EC0-E1491AC9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30387-450C-CD3A-D272-90C30A4A6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E97DA-FD52-1247-9AC6-68ED3C7C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9C65D-17E4-0548-CEC2-9CF03ACB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0A2ED-A880-C57F-5773-05C60E59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9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BD95F-79E1-DBA1-51DD-147014816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166CB-1A6B-699B-16DC-7AA291318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04999-A021-FB6E-2A5E-BD484869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EBB04-29C9-60A9-F9AC-F3A22D22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C3C32-0816-A63D-C3DE-CDD9658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0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5099E-F076-26B5-53A1-049AB601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D9DE6-CEA8-BF8C-2358-F02C38F69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32834-79F4-8175-C28D-9720EE6906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40FC9-CDCB-46D2-9114-358A2A9D4B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A7F8C-34F6-52C5-6FC5-EF603D68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D4C0F-70C4-F75C-B454-EF8D6ADB3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3F117-AA07-443E-9452-827B72D8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0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7246D1DC-9C65-4BC3-AD8D-CDC6AF59CAC7}"/>
              </a:ext>
            </a:extLst>
          </p:cNvPr>
          <p:cNvSpPr/>
          <p:nvPr/>
        </p:nvSpPr>
        <p:spPr>
          <a:xfrm>
            <a:off x="952500" y="2159000"/>
            <a:ext cx="11049000" cy="10795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C4CDE5-47C3-2F1D-87A1-C5F862C1503A}"/>
              </a:ext>
            </a:extLst>
          </p:cNvPr>
          <p:cNvSpPr/>
          <p:nvPr/>
        </p:nvSpPr>
        <p:spPr>
          <a:xfrm>
            <a:off x="952500" y="1460500"/>
            <a:ext cx="11049000" cy="6350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C1B9C2-2FAC-19B2-6071-1C7B4E0CEEA0}"/>
              </a:ext>
            </a:extLst>
          </p:cNvPr>
          <p:cNvSpPr/>
          <p:nvPr/>
        </p:nvSpPr>
        <p:spPr>
          <a:xfrm>
            <a:off x="1270000" y="1079500"/>
            <a:ext cx="10414000" cy="254000"/>
          </a:xfrm>
          <a:prstGeom prst="roundRect">
            <a:avLst>
              <a:gd name="adj" fmla="val 15000"/>
            </a:avLst>
          </a:prstGeom>
          <a:solidFill>
            <a:srgbClr val="323E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FE00D3-2D46-B41A-4757-A0A061E766AB}"/>
              </a:ext>
            </a:extLst>
          </p:cNvPr>
          <p:cNvSpPr/>
          <p:nvPr/>
        </p:nvSpPr>
        <p:spPr>
          <a:xfrm>
            <a:off x="1270000" y="1079500"/>
            <a:ext cx="7776688" cy="38100"/>
          </a:xfrm>
          <a:prstGeom prst="roundRect">
            <a:avLst>
              <a:gd name="adj" fmla="val 15000"/>
            </a:avLst>
          </a:prstGeom>
          <a:solidFill>
            <a:srgbClr val="DC14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FC8FB2-DD1F-2AAF-6C0F-EA6D5AF5F751}"/>
              </a:ext>
            </a:extLst>
          </p:cNvPr>
          <p:cNvCxnSpPr/>
          <p:nvPr/>
        </p:nvCxnSpPr>
        <p:spPr>
          <a:xfrm>
            <a:off x="1608117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AA2631-C146-5DD9-0105-A26C92867BE7}"/>
              </a:ext>
            </a:extLst>
          </p:cNvPr>
          <p:cNvSpPr txBox="1"/>
          <p:nvPr/>
        </p:nvSpPr>
        <p:spPr>
          <a:xfrm>
            <a:off x="1633517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25-Aug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723C39-2114-BA9C-1EEF-A6CD6E81BD10}"/>
              </a:ext>
            </a:extLst>
          </p:cNvPr>
          <p:cNvCxnSpPr/>
          <p:nvPr/>
        </p:nvCxnSpPr>
        <p:spPr>
          <a:xfrm>
            <a:off x="2081481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99FD997-2033-2E72-5D4F-D2B75E54D560}"/>
              </a:ext>
            </a:extLst>
          </p:cNvPr>
          <p:cNvSpPr txBox="1"/>
          <p:nvPr/>
        </p:nvSpPr>
        <p:spPr>
          <a:xfrm>
            <a:off x="2106881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01-Sep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213EA2-B59F-ECC1-B31F-2744EF140C4C}"/>
              </a:ext>
            </a:extLst>
          </p:cNvPr>
          <p:cNvCxnSpPr/>
          <p:nvPr/>
        </p:nvCxnSpPr>
        <p:spPr>
          <a:xfrm>
            <a:off x="2554844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6740D2-11D5-D94C-879A-9E5F975EF1B9}"/>
              </a:ext>
            </a:extLst>
          </p:cNvPr>
          <p:cNvSpPr txBox="1"/>
          <p:nvPr/>
        </p:nvSpPr>
        <p:spPr>
          <a:xfrm>
            <a:off x="2580244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08-Sep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952E24-C596-BE22-CEF9-9A52140A70DD}"/>
              </a:ext>
            </a:extLst>
          </p:cNvPr>
          <p:cNvCxnSpPr/>
          <p:nvPr/>
        </p:nvCxnSpPr>
        <p:spPr>
          <a:xfrm>
            <a:off x="3028208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16770A-27B0-7287-6AFE-E2952544633F}"/>
              </a:ext>
            </a:extLst>
          </p:cNvPr>
          <p:cNvSpPr txBox="1"/>
          <p:nvPr/>
        </p:nvSpPr>
        <p:spPr>
          <a:xfrm>
            <a:off x="3053608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15-Sep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E47F8C-C483-1D37-199A-35529DEFC8C5}"/>
              </a:ext>
            </a:extLst>
          </p:cNvPr>
          <p:cNvCxnSpPr/>
          <p:nvPr/>
        </p:nvCxnSpPr>
        <p:spPr>
          <a:xfrm>
            <a:off x="3501572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36408E6-098B-B038-36C7-A126A609E20F}"/>
              </a:ext>
            </a:extLst>
          </p:cNvPr>
          <p:cNvSpPr txBox="1"/>
          <p:nvPr/>
        </p:nvSpPr>
        <p:spPr>
          <a:xfrm>
            <a:off x="3526972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22-Sep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A9A7FD-1346-808D-7B68-05F221C26570}"/>
              </a:ext>
            </a:extLst>
          </p:cNvPr>
          <p:cNvCxnSpPr/>
          <p:nvPr/>
        </p:nvCxnSpPr>
        <p:spPr>
          <a:xfrm>
            <a:off x="3974935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2B0151-657D-C129-1E88-2507C80DC0FD}"/>
              </a:ext>
            </a:extLst>
          </p:cNvPr>
          <p:cNvSpPr txBox="1"/>
          <p:nvPr/>
        </p:nvSpPr>
        <p:spPr>
          <a:xfrm>
            <a:off x="4000335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29-Sep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02C021-F3AF-92D0-BD20-5726AEA1758F}"/>
              </a:ext>
            </a:extLst>
          </p:cNvPr>
          <p:cNvCxnSpPr/>
          <p:nvPr/>
        </p:nvCxnSpPr>
        <p:spPr>
          <a:xfrm>
            <a:off x="4448299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5A5767-362F-4941-5788-035A41DC6D53}"/>
              </a:ext>
            </a:extLst>
          </p:cNvPr>
          <p:cNvSpPr txBox="1"/>
          <p:nvPr/>
        </p:nvSpPr>
        <p:spPr>
          <a:xfrm>
            <a:off x="4473699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06-Oct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C771BB-1C73-52D4-7E6F-1645E21D4504}"/>
              </a:ext>
            </a:extLst>
          </p:cNvPr>
          <p:cNvCxnSpPr/>
          <p:nvPr/>
        </p:nvCxnSpPr>
        <p:spPr>
          <a:xfrm>
            <a:off x="4921662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0CEEA46-3D43-7C4B-C136-A23DCA59F36B}"/>
              </a:ext>
            </a:extLst>
          </p:cNvPr>
          <p:cNvSpPr txBox="1"/>
          <p:nvPr/>
        </p:nvSpPr>
        <p:spPr>
          <a:xfrm>
            <a:off x="4947062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13-Oct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F3F58E-E7B8-0BB5-9700-71522F88BDC8}"/>
              </a:ext>
            </a:extLst>
          </p:cNvPr>
          <p:cNvCxnSpPr/>
          <p:nvPr/>
        </p:nvCxnSpPr>
        <p:spPr>
          <a:xfrm>
            <a:off x="5395026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C6C2F1-5732-C4FB-38A5-C8A5418B9187}"/>
              </a:ext>
            </a:extLst>
          </p:cNvPr>
          <p:cNvSpPr txBox="1"/>
          <p:nvPr/>
        </p:nvSpPr>
        <p:spPr>
          <a:xfrm>
            <a:off x="5420426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20-Oct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C7FE6B-4053-1743-4A87-FDED650081AC}"/>
              </a:ext>
            </a:extLst>
          </p:cNvPr>
          <p:cNvCxnSpPr/>
          <p:nvPr/>
        </p:nvCxnSpPr>
        <p:spPr>
          <a:xfrm>
            <a:off x="5868389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AA709A-5E6D-5406-4C15-A1B8551F1CF2}"/>
              </a:ext>
            </a:extLst>
          </p:cNvPr>
          <p:cNvSpPr txBox="1"/>
          <p:nvPr/>
        </p:nvSpPr>
        <p:spPr>
          <a:xfrm>
            <a:off x="5893789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27-Oct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9C3A68-5CD6-9298-63F1-A53E0E23C195}"/>
              </a:ext>
            </a:extLst>
          </p:cNvPr>
          <p:cNvCxnSpPr/>
          <p:nvPr/>
        </p:nvCxnSpPr>
        <p:spPr>
          <a:xfrm>
            <a:off x="6341753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8B8DC2-6EA2-9FB8-2760-AFA1CFD0DBD4}"/>
              </a:ext>
            </a:extLst>
          </p:cNvPr>
          <p:cNvSpPr txBox="1"/>
          <p:nvPr/>
        </p:nvSpPr>
        <p:spPr>
          <a:xfrm>
            <a:off x="6367153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03-Nov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72637B-CE27-042E-253F-2F10FDC61434}"/>
              </a:ext>
            </a:extLst>
          </p:cNvPr>
          <p:cNvCxnSpPr/>
          <p:nvPr/>
        </p:nvCxnSpPr>
        <p:spPr>
          <a:xfrm>
            <a:off x="6815117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46385A5-81A9-0415-E4A5-AC1DF54A778D}"/>
              </a:ext>
            </a:extLst>
          </p:cNvPr>
          <p:cNvSpPr txBox="1"/>
          <p:nvPr/>
        </p:nvSpPr>
        <p:spPr>
          <a:xfrm>
            <a:off x="6840517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10-Nov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B73A6B0-86F1-775E-C95E-8649235E7910}"/>
              </a:ext>
            </a:extLst>
          </p:cNvPr>
          <p:cNvCxnSpPr/>
          <p:nvPr/>
        </p:nvCxnSpPr>
        <p:spPr>
          <a:xfrm>
            <a:off x="7288481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4D1F703-1B67-87FC-6F76-00010C9308BC}"/>
              </a:ext>
            </a:extLst>
          </p:cNvPr>
          <p:cNvSpPr txBox="1"/>
          <p:nvPr/>
        </p:nvSpPr>
        <p:spPr>
          <a:xfrm>
            <a:off x="7313881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17-Nov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7C67DC-D819-2A6A-9E4B-D8B35CEEABCC}"/>
              </a:ext>
            </a:extLst>
          </p:cNvPr>
          <p:cNvCxnSpPr/>
          <p:nvPr/>
        </p:nvCxnSpPr>
        <p:spPr>
          <a:xfrm>
            <a:off x="7761844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4E43E3A-2CBF-27F6-D823-8A33282BD25C}"/>
              </a:ext>
            </a:extLst>
          </p:cNvPr>
          <p:cNvSpPr txBox="1"/>
          <p:nvPr/>
        </p:nvSpPr>
        <p:spPr>
          <a:xfrm>
            <a:off x="7787244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24-Nov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2E16144-8BEE-926B-9D07-D8B2A8299CDF}"/>
              </a:ext>
            </a:extLst>
          </p:cNvPr>
          <p:cNvCxnSpPr/>
          <p:nvPr/>
        </p:nvCxnSpPr>
        <p:spPr>
          <a:xfrm>
            <a:off x="8235207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1FEC816-8F80-FD74-5AD3-6F0215A4BBD2}"/>
              </a:ext>
            </a:extLst>
          </p:cNvPr>
          <p:cNvSpPr txBox="1"/>
          <p:nvPr/>
        </p:nvSpPr>
        <p:spPr>
          <a:xfrm>
            <a:off x="8260607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01-Dec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2973FC6-6602-BFFE-96B8-9435506EBA7C}"/>
              </a:ext>
            </a:extLst>
          </p:cNvPr>
          <p:cNvCxnSpPr/>
          <p:nvPr/>
        </p:nvCxnSpPr>
        <p:spPr>
          <a:xfrm>
            <a:off x="8708572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A09CE8A-816F-3026-E0E3-185C357A7196}"/>
              </a:ext>
            </a:extLst>
          </p:cNvPr>
          <p:cNvSpPr txBox="1"/>
          <p:nvPr/>
        </p:nvSpPr>
        <p:spPr>
          <a:xfrm>
            <a:off x="8733972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08-Dec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D25A9D-7E64-1B2F-6C2D-90F141ADB22D}"/>
              </a:ext>
            </a:extLst>
          </p:cNvPr>
          <p:cNvCxnSpPr/>
          <p:nvPr/>
        </p:nvCxnSpPr>
        <p:spPr>
          <a:xfrm>
            <a:off x="9181935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53C7901-1B67-A242-110C-E01EF5D9FB11}"/>
              </a:ext>
            </a:extLst>
          </p:cNvPr>
          <p:cNvSpPr txBox="1"/>
          <p:nvPr/>
        </p:nvSpPr>
        <p:spPr>
          <a:xfrm>
            <a:off x="9207335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15-Dec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4C7231-8957-46F2-3621-805DE8C1CDE3}"/>
              </a:ext>
            </a:extLst>
          </p:cNvPr>
          <p:cNvCxnSpPr/>
          <p:nvPr/>
        </p:nvCxnSpPr>
        <p:spPr>
          <a:xfrm>
            <a:off x="9655299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6AD77E8-B4C2-9C49-9107-906E65EE3E35}"/>
              </a:ext>
            </a:extLst>
          </p:cNvPr>
          <p:cNvSpPr txBox="1"/>
          <p:nvPr/>
        </p:nvSpPr>
        <p:spPr>
          <a:xfrm>
            <a:off x="9680699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22-Dec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D62EBD8-2FA5-F4AC-FE77-5BE68725C7E9}"/>
              </a:ext>
            </a:extLst>
          </p:cNvPr>
          <p:cNvCxnSpPr/>
          <p:nvPr/>
        </p:nvCxnSpPr>
        <p:spPr>
          <a:xfrm>
            <a:off x="10128662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35299C1-B1B4-3938-12B0-6710E4B61581}"/>
              </a:ext>
            </a:extLst>
          </p:cNvPr>
          <p:cNvSpPr txBox="1"/>
          <p:nvPr/>
        </p:nvSpPr>
        <p:spPr>
          <a:xfrm>
            <a:off x="10154062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29-Dec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B904A9A-4CC6-703E-725F-6F192EBDCD84}"/>
              </a:ext>
            </a:extLst>
          </p:cNvPr>
          <p:cNvCxnSpPr/>
          <p:nvPr/>
        </p:nvCxnSpPr>
        <p:spPr>
          <a:xfrm>
            <a:off x="10602026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B983C21-2184-4F77-C357-E1E07856DC18}"/>
              </a:ext>
            </a:extLst>
          </p:cNvPr>
          <p:cNvSpPr txBox="1"/>
          <p:nvPr/>
        </p:nvSpPr>
        <p:spPr>
          <a:xfrm>
            <a:off x="10627426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05-Jan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C0CD396-E58D-775B-E8CA-FF5EA7501E70}"/>
              </a:ext>
            </a:extLst>
          </p:cNvPr>
          <p:cNvCxnSpPr/>
          <p:nvPr/>
        </p:nvCxnSpPr>
        <p:spPr>
          <a:xfrm>
            <a:off x="11075390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AF4B3E-D69F-98B6-8110-284D9CF876A2}"/>
              </a:ext>
            </a:extLst>
          </p:cNvPr>
          <p:cNvSpPr txBox="1"/>
          <p:nvPr/>
        </p:nvSpPr>
        <p:spPr>
          <a:xfrm>
            <a:off x="11100790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12-Jan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A95858F-1E5E-5B47-0E29-6ECED3182352}"/>
              </a:ext>
            </a:extLst>
          </p:cNvPr>
          <p:cNvCxnSpPr/>
          <p:nvPr/>
        </p:nvCxnSpPr>
        <p:spPr>
          <a:xfrm>
            <a:off x="11548753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DA7A579-32E9-2FB2-47D7-960449D31985}"/>
              </a:ext>
            </a:extLst>
          </p:cNvPr>
          <p:cNvSpPr txBox="1"/>
          <p:nvPr/>
        </p:nvSpPr>
        <p:spPr>
          <a:xfrm>
            <a:off x="11574153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19-Jan</a:t>
            </a: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FC77710E-B9C6-FA6B-1DDC-4467F8E1B548}"/>
              </a:ext>
            </a:extLst>
          </p:cNvPr>
          <p:cNvSpPr/>
          <p:nvPr/>
        </p:nvSpPr>
        <p:spPr>
          <a:xfrm rot="10800000">
            <a:off x="8970488" y="1022350"/>
            <a:ext cx="152400" cy="95250"/>
          </a:xfrm>
          <a:prstGeom prst="triangle">
            <a:avLst/>
          </a:prstGeom>
          <a:solidFill>
            <a:srgbClr val="DC14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9AAAA6-FAD7-583A-5F9D-908C001960B1}"/>
              </a:ext>
            </a:extLst>
          </p:cNvPr>
          <p:cNvSpPr txBox="1"/>
          <p:nvPr/>
        </p:nvSpPr>
        <p:spPr>
          <a:xfrm>
            <a:off x="8792688" y="793750"/>
            <a:ext cx="508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800">
                <a:solidFill>
                  <a:srgbClr val="323E4F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CBB1003-C537-94AF-291F-F5E20C65A02D}"/>
              </a:ext>
            </a:extLst>
          </p:cNvPr>
          <p:cNvSpPr/>
          <p:nvPr/>
        </p:nvSpPr>
        <p:spPr>
          <a:xfrm>
            <a:off x="1270000" y="704850"/>
            <a:ext cx="946727" cy="304800"/>
          </a:xfrm>
          <a:prstGeom prst="roundRect">
            <a:avLst>
              <a:gd name="adj" fmla="val 25000"/>
            </a:avLst>
          </a:prstGeom>
          <a:solidFill>
            <a:srgbClr val="4472C4">
              <a:alpha val="70000"/>
            </a:srgbClr>
          </a:solidFill>
          <a:ln w="25400">
            <a:solidFill>
              <a:srgbClr val="4472C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772FF9-94BF-A55E-3EA1-1633AC05A221}"/>
              </a:ext>
            </a:extLst>
          </p:cNvPr>
          <p:cNvSpPr txBox="1"/>
          <p:nvPr/>
        </p:nvSpPr>
        <p:spPr>
          <a:xfrm>
            <a:off x="1235364" y="712916"/>
            <a:ext cx="1016000" cy="153888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DISCOVERY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4B4045-214F-6D49-0F0B-52EA43C82810}"/>
              </a:ext>
            </a:extLst>
          </p:cNvPr>
          <p:cNvSpPr txBox="1"/>
          <p:nvPr/>
        </p:nvSpPr>
        <p:spPr>
          <a:xfrm>
            <a:off x="1235364" y="865316"/>
            <a:ext cx="10160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800">
                <a:solidFill>
                  <a:srgbClr val="DCDCDC"/>
                </a:solidFill>
                <a:latin typeface="Calibri" panose="020F0502020204030204" pitchFamily="34" charset="0"/>
              </a:rPr>
              <a:t>14 days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99E8418-29D6-BAEC-1F58-19FE1BD2A3CE}"/>
              </a:ext>
            </a:extLst>
          </p:cNvPr>
          <p:cNvSpPr/>
          <p:nvPr/>
        </p:nvSpPr>
        <p:spPr>
          <a:xfrm>
            <a:off x="2419597" y="704850"/>
            <a:ext cx="4057403" cy="304800"/>
          </a:xfrm>
          <a:prstGeom prst="roundRect">
            <a:avLst>
              <a:gd name="adj" fmla="val 25000"/>
            </a:avLst>
          </a:prstGeom>
          <a:solidFill>
            <a:srgbClr val="4472C4">
              <a:alpha val="70000"/>
            </a:srgbClr>
          </a:solidFill>
          <a:ln w="25400">
            <a:solidFill>
              <a:srgbClr val="4472C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6C562A-FA3E-D6A6-5B32-E34AFEC1ECD7}"/>
              </a:ext>
            </a:extLst>
          </p:cNvPr>
          <p:cNvSpPr txBox="1"/>
          <p:nvPr/>
        </p:nvSpPr>
        <p:spPr>
          <a:xfrm>
            <a:off x="3940299" y="712916"/>
            <a:ext cx="1016000" cy="153888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BUILD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DD4EBC-01F3-2525-6173-4CC8C6E4015A}"/>
              </a:ext>
            </a:extLst>
          </p:cNvPr>
          <p:cNvSpPr txBox="1"/>
          <p:nvPr/>
        </p:nvSpPr>
        <p:spPr>
          <a:xfrm>
            <a:off x="3940299" y="865316"/>
            <a:ext cx="10160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800">
                <a:solidFill>
                  <a:srgbClr val="DCDCDC"/>
                </a:solidFill>
                <a:latin typeface="Calibri" panose="020F0502020204030204" pitchFamily="34" charset="0"/>
              </a:rPr>
              <a:t>60 days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C4DD8F8-35E3-4E50-C42F-A35373D0D314}"/>
              </a:ext>
            </a:extLst>
          </p:cNvPr>
          <p:cNvSpPr/>
          <p:nvPr/>
        </p:nvSpPr>
        <p:spPr>
          <a:xfrm>
            <a:off x="6679870" y="704850"/>
            <a:ext cx="1217221" cy="304800"/>
          </a:xfrm>
          <a:prstGeom prst="roundRect">
            <a:avLst>
              <a:gd name="adj" fmla="val 25000"/>
            </a:avLst>
          </a:prstGeom>
          <a:solidFill>
            <a:srgbClr val="A0A0A0">
              <a:alpha val="70000"/>
            </a:srgbClr>
          </a:solidFill>
          <a:ln w="25400">
            <a:solidFill>
              <a:srgbClr val="A0A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8734CF-B0DC-7664-3677-44C7939BC92B}"/>
              </a:ext>
            </a:extLst>
          </p:cNvPr>
          <p:cNvSpPr txBox="1"/>
          <p:nvPr/>
        </p:nvSpPr>
        <p:spPr>
          <a:xfrm>
            <a:off x="6780481" y="712916"/>
            <a:ext cx="1016000" cy="153888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ROLLOUT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DE8CD9-1C7D-C8C8-4C6E-4FCD25AE185B}"/>
              </a:ext>
            </a:extLst>
          </p:cNvPr>
          <p:cNvSpPr txBox="1"/>
          <p:nvPr/>
        </p:nvSpPr>
        <p:spPr>
          <a:xfrm>
            <a:off x="6780481" y="865316"/>
            <a:ext cx="10160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800">
                <a:solidFill>
                  <a:srgbClr val="DCDCDC"/>
                </a:solidFill>
                <a:latin typeface="Calibri" panose="020F0502020204030204" pitchFamily="34" charset="0"/>
              </a:rPr>
              <a:t>18 days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65F138-17C8-147B-537A-F6D98B536A67}"/>
              </a:ext>
            </a:extLst>
          </p:cNvPr>
          <p:cNvSpPr txBox="1"/>
          <p:nvPr/>
        </p:nvSpPr>
        <p:spPr>
          <a:xfrm>
            <a:off x="127000" y="1441450"/>
            <a:ext cx="825500" cy="635000"/>
          </a:xfrm>
          <a:prstGeom prst="rect">
            <a:avLst/>
          </a:prstGeom>
          <a:solidFill>
            <a:srgbClr val="1F3763"/>
          </a:solidFill>
        </p:spPr>
        <p:txBody>
          <a:bodyPr vert="horz" wrap="square" lIns="63500" tIns="25400" rIns="63500" bIns="25400" rtlCol="0" anchor="ctr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Calibri" panose="020F0502020204030204" pitchFamily="34" charset="0"/>
              </a:rPr>
              <a:t>Sprint 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45C984-80CA-7BE9-4C68-89264B00B16A}"/>
              </a:ext>
            </a:extLst>
          </p:cNvPr>
          <p:cNvSpPr txBox="1"/>
          <p:nvPr/>
        </p:nvSpPr>
        <p:spPr>
          <a:xfrm>
            <a:off x="127000" y="2139950"/>
            <a:ext cx="825500" cy="1079500"/>
          </a:xfrm>
          <a:prstGeom prst="rect">
            <a:avLst/>
          </a:prstGeom>
          <a:solidFill>
            <a:srgbClr val="1F3763"/>
          </a:solidFill>
        </p:spPr>
        <p:txBody>
          <a:bodyPr vert="horz" wrap="square" lIns="63500" tIns="25400" rIns="63500" bIns="25400" rtlCol="0" anchor="ctr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Calibri" panose="020F0502020204030204" pitchFamily="34" charset="0"/>
              </a:rPr>
              <a:t>Configuration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1097988-D097-789D-08E7-649EAC4CE14A}"/>
              </a:ext>
            </a:extLst>
          </p:cNvPr>
          <p:cNvSpPr/>
          <p:nvPr/>
        </p:nvSpPr>
        <p:spPr>
          <a:xfrm>
            <a:off x="1270000" y="1828800"/>
            <a:ext cx="946727" cy="203200"/>
          </a:xfrm>
          <a:prstGeom prst="roundRect">
            <a:avLst>
              <a:gd name="adj" fmla="val 20000"/>
            </a:avLst>
          </a:prstGeom>
          <a:solidFill>
            <a:srgbClr val="76CB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A3C9CA-FD54-E94D-1071-ED4B87864DB9}"/>
              </a:ext>
            </a:extLst>
          </p:cNvPr>
          <p:cNvSpPr txBox="1"/>
          <p:nvPr/>
        </p:nvSpPr>
        <p:spPr>
          <a:xfrm>
            <a:off x="1019464" y="1684466"/>
            <a:ext cx="14478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MVP scope workshops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A7A196-15C8-8195-F440-9EB25BC8435A}"/>
              </a:ext>
            </a:extLst>
          </p:cNvPr>
          <p:cNvSpPr txBox="1"/>
          <p:nvPr/>
        </p:nvSpPr>
        <p:spPr>
          <a:xfrm>
            <a:off x="889000" y="19365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14 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15222B-C98A-0811-6CB1-919FB486BBA6}"/>
              </a:ext>
            </a:extLst>
          </p:cNvPr>
          <p:cNvSpPr txBox="1"/>
          <p:nvPr/>
        </p:nvSpPr>
        <p:spPr>
          <a:xfrm>
            <a:off x="2280227" y="1874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20 Aug - 03 Sep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5F738B-945D-A817-65DD-4CF912B20ECC}"/>
              </a:ext>
            </a:extLst>
          </p:cNvPr>
          <p:cNvSpPr/>
          <p:nvPr/>
        </p:nvSpPr>
        <p:spPr>
          <a:xfrm>
            <a:off x="1405247" y="2971800"/>
            <a:ext cx="811480" cy="203200"/>
          </a:xfrm>
          <a:prstGeom prst="roundRect">
            <a:avLst>
              <a:gd name="adj" fmla="val 20000"/>
            </a:avLst>
          </a:prstGeom>
          <a:solidFill>
            <a:srgbClr val="76CB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4057BD-63F6-D710-96A1-17E5B900BB9F}"/>
              </a:ext>
            </a:extLst>
          </p:cNvPr>
          <p:cNvSpPr txBox="1"/>
          <p:nvPr/>
        </p:nvSpPr>
        <p:spPr>
          <a:xfrm>
            <a:off x="1239487" y="2827466"/>
            <a:ext cx="11430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Solution Design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373691-723D-62F7-AF47-A4A0E5345161}"/>
              </a:ext>
            </a:extLst>
          </p:cNvPr>
          <p:cNvSpPr txBox="1"/>
          <p:nvPr/>
        </p:nvSpPr>
        <p:spPr>
          <a:xfrm>
            <a:off x="1024247" y="30795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12 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C45999-E0E2-08BB-4D4D-4EB7085E2F40}"/>
              </a:ext>
            </a:extLst>
          </p:cNvPr>
          <p:cNvSpPr txBox="1"/>
          <p:nvPr/>
        </p:nvSpPr>
        <p:spPr>
          <a:xfrm>
            <a:off x="2280227" y="3017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22 Aug - 03 Sep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18BA725-0840-B859-8235-443CE66BAD65}"/>
              </a:ext>
            </a:extLst>
          </p:cNvPr>
          <p:cNvSpPr/>
          <p:nvPr/>
        </p:nvSpPr>
        <p:spPr>
          <a:xfrm>
            <a:off x="1743364" y="2527300"/>
            <a:ext cx="473363" cy="203200"/>
          </a:xfrm>
          <a:prstGeom prst="roundRect">
            <a:avLst>
              <a:gd name="adj" fmla="val 20000"/>
            </a:avLst>
          </a:prstGeom>
          <a:solidFill>
            <a:srgbClr val="76CB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45C096-9E9B-40BC-0673-33A64850E1A2}"/>
              </a:ext>
            </a:extLst>
          </p:cNvPr>
          <p:cNvSpPr txBox="1"/>
          <p:nvPr/>
        </p:nvSpPr>
        <p:spPr>
          <a:xfrm>
            <a:off x="1256145" y="2382966"/>
            <a:ext cx="14478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Foundational Design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513267-0289-E587-495A-B68AEA26CA80}"/>
              </a:ext>
            </a:extLst>
          </p:cNvPr>
          <p:cNvSpPr txBox="1"/>
          <p:nvPr/>
        </p:nvSpPr>
        <p:spPr>
          <a:xfrm>
            <a:off x="1362364" y="2573466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7 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B2B800-12B5-675C-A4DC-EB6BA926D48E}"/>
              </a:ext>
            </a:extLst>
          </p:cNvPr>
          <p:cNvSpPr txBox="1"/>
          <p:nvPr/>
        </p:nvSpPr>
        <p:spPr>
          <a:xfrm>
            <a:off x="2280227" y="25734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27 Aug - 03 Sep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CA8F003-0D99-D687-74FA-1F61E8254CC1}"/>
              </a:ext>
            </a:extLst>
          </p:cNvPr>
          <p:cNvSpPr/>
          <p:nvPr/>
        </p:nvSpPr>
        <p:spPr>
          <a:xfrm>
            <a:off x="6679870" y="2527300"/>
            <a:ext cx="743857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02D32D-6DB0-702E-8BB4-BE0E77247102}"/>
              </a:ext>
            </a:extLst>
          </p:cNvPr>
          <p:cNvSpPr txBox="1"/>
          <p:nvPr/>
        </p:nvSpPr>
        <p:spPr>
          <a:xfrm>
            <a:off x="6746999" y="2382966"/>
            <a:ext cx="6096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Training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59A0C7-A735-C20E-5C37-30A2A8E5D5E6}"/>
              </a:ext>
            </a:extLst>
          </p:cNvPr>
          <p:cNvSpPr txBox="1"/>
          <p:nvPr/>
        </p:nvSpPr>
        <p:spPr>
          <a:xfrm>
            <a:off x="6298870" y="26350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11 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924CBD2-F476-51D5-D610-51F9E80729C4}"/>
              </a:ext>
            </a:extLst>
          </p:cNvPr>
          <p:cNvSpPr txBox="1"/>
          <p:nvPr/>
        </p:nvSpPr>
        <p:spPr>
          <a:xfrm>
            <a:off x="7487227" y="25734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08 Nov - 19 Nov</a:t>
            </a:r>
          </a:p>
        </p:txBody>
      </p:sp>
    </p:spTree>
    <p:extLst>
      <p:ext uri="{BB962C8B-B14F-4D97-AF65-F5344CB8AC3E}">
        <p14:creationId xmlns:p14="http://schemas.microsoft.com/office/powerpoint/2010/main" val="128416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6DE2671-E604-BD30-0BAA-687A53E2C4F3}"/>
              </a:ext>
            </a:extLst>
          </p:cNvPr>
          <p:cNvSpPr/>
          <p:nvPr/>
        </p:nvSpPr>
        <p:spPr>
          <a:xfrm>
            <a:off x="952500" y="4826000"/>
            <a:ext cx="11049000" cy="15240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AA20316-871B-48B3-4FFB-0C9928F56B4F}"/>
              </a:ext>
            </a:extLst>
          </p:cNvPr>
          <p:cNvSpPr/>
          <p:nvPr/>
        </p:nvSpPr>
        <p:spPr>
          <a:xfrm>
            <a:off x="952500" y="1460500"/>
            <a:ext cx="11049000" cy="33020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DC7A77-545B-F834-1850-52B63241F21F}"/>
              </a:ext>
            </a:extLst>
          </p:cNvPr>
          <p:cNvSpPr/>
          <p:nvPr/>
        </p:nvSpPr>
        <p:spPr>
          <a:xfrm>
            <a:off x="1270000" y="1079500"/>
            <a:ext cx="10414000" cy="254000"/>
          </a:xfrm>
          <a:prstGeom prst="roundRect">
            <a:avLst>
              <a:gd name="adj" fmla="val 15000"/>
            </a:avLst>
          </a:prstGeom>
          <a:solidFill>
            <a:srgbClr val="323E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40127E-3EA5-C9B3-1D5C-33108C4372BD}"/>
              </a:ext>
            </a:extLst>
          </p:cNvPr>
          <p:cNvSpPr/>
          <p:nvPr/>
        </p:nvSpPr>
        <p:spPr>
          <a:xfrm>
            <a:off x="1270000" y="1079500"/>
            <a:ext cx="7776688" cy="38100"/>
          </a:xfrm>
          <a:prstGeom prst="roundRect">
            <a:avLst>
              <a:gd name="adj" fmla="val 15000"/>
            </a:avLst>
          </a:prstGeom>
          <a:solidFill>
            <a:srgbClr val="DC14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9FC309-AC99-8185-6DB0-330077D6775F}"/>
              </a:ext>
            </a:extLst>
          </p:cNvPr>
          <p:cNvCxnSpPr/>
          <p:nvPr/>
        </p:nvCxnSpPr>
        <p:spPr>
          <a:xfrm>
            <a:off x="1608117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3FD7011-C356-12AF-3347-611E5B73949C}"/>
              </a:ext>
            </a:extLst>
          </p:cNvPr>
          <p:cNvSpPr txBox="1"/>
          <p:nvPr/>
        </p:nvSpPr>
        <p:spPr>
          <a:xfrm>
            <a:off x="1633517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25-Aug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39B9FF-7E70-98E6-7BC1-E082CFADB442}"/>
              </a:ext>
            </a:extLst>
          </p:cNvPr>
          <p:cNvCxnSpPr/>
          <p:nvPr/>
        </p:nvCxnSpPr>
        <p:spPr>
          <a:xfrm>
            <a:off x="2081481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24AA3E-6C56-D107-17CA-14F7CD9E4C32}"/>
              </a:ext>
            </a:extLst>
          </p:cNvPr>
          <p:cNvSpPr txBox="1"/>
          <p:nvPr/>
        </p:nvSpPr>
        <p:spPr>
          <a:xfrm>
            <a:off x="2106881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01-Sep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54D377-4B76-6338-F119-38F41B6FC255}"/>
              </a:ext>
            </a:extLst>
          </p:cNvPr>
          <p:cNvCxnSpPr/>
          <p:nvPr/>
        </p:nvCxnSpPr>
        <p:spPr>
          <a:xfrm>
            <a:off x="2554844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0357AB-60C0-F1C3-F244-2E291F9B5FD4}"/>
              </a:ext>
            </a:extLst>
          </p:cNvPr>
          <p:cNvSpPr txBox="1"/>
          <p:nvPr/>
        </p:nvSpPr>
        <p:spPr>
          <a:xfrm>
            <a:off x="2580244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08-Sep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519EFB-1ACD-F36D-1179-AD9900659B22}"/>
              </a:ext>
            </a:extLst>
          </p:cNvPr>
          <p:cNvCxnSpPr/>
          <p:nvPr/>
        </p:nvCxnSpPr>
        <p:spPr>
          <a:xfrm>
            <a:off x="3028208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F7F7FFB-5F13-E8D2-96D8-EAD82881156C}"/>
              </a:ext>
            </a:extLst>
          </p:cNvPr>
          <p:cNvSpPr txBox="1"/>
          <p:nvPr/>
        </p:nvSpPr>
        <p:spPr>
          <a:xfrm>
            <a:off x="3053608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15-Sep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E605F4-192F-A023-D864-98EEC9E411BD}"/>
              </a:ext>
            </a:extLst>
          </p:cNvPr>
          <p:cNvCxnSpPr/>
          <p:nvPr/>
        </p:nvCxnSpPr>
        <p:spPr>
          <a:xfrm>
            <a:off x="3501572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A519C1-893D-41CF-244E-B1D2ADCA578A}"/>
              </a:ext>
            </a:extLst>
          </p:cNvPr>
          <p:cNvSpPr txBox="1"/>
          <p:nvPr/>
        </p:nvSpPr>
        <p:spPr>
          <a:xfrm>
            <a:off x="3526972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22-Sep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D0D814-477E-F2EB-66BA-988EB14416DB}"/>
              </a:ext>
            </a:extLst>
          </p:cNvPr>
          <p:cNvCxnSpPr/>
          <p:nvPr/>
        </p:nvCxnSpPr>
        <p:spPr>
          <a:xfrm>
            <a:off x="3974935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936B5E-50D5-F649-AD8C-F2D39DB7034C}"/>
              </a:ext>
            </a:extLst>
          </p:cNvPr>
          <p:cNvSpPr txBox="1"/>
          <p:nvPr/>
        </p:nvSpPr>
        <p:spPr>
          <a:xfrm>
            <a:off x="4000335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29-Sep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678CB1-FEEF-419D-BB7E-E99778F30C6C}"/>
              </a:ext>
            </a:extLst>
          </p:cNvPr>
          <p:cNvCxnSpPr/>
          <p:nvPr/>
        </p:nvCxnSpPr>
        <p:spPr>
          <a:xfrm>
            <a:off x="4448299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9E1724-3B11-E0B1-99CB-0A80836A7382}"/>
              </a:ext>
            </a:extLst>
          </p:cNvPr>
          <p:cNvSpPr txBox="1"/>
          <p:nvPr/>
        </p:nvSpPr>
        <p:spPr>
          <a:xfrm>
            <a:off x="4473699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06-Oct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B4D3C2-F67E-60CC-261A-F357E04D604E}"/>
              </a:ext>
            </a:extLst>
          </p:cNvPr>
          <p:cNvCxnSpPr/>
          <p:nvPr/>
        </p:nvCxnSpPr>
        <p:spPr>
          <a:xfrm>
            <a:off x="4921662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35A675-A722-E54C-3518-9B8E1FAEF8DA}"/>
              </a:ext>
            </a:extLst>
          </p:cNvPr>
          <p:cNvSpPr txBox="1"/>
          <p:nvPr/>
        </p:nvSpPr>
        <p:spPr>
          <a:xfrm>
            <a:off x="4947062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13-Oct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0FF101-C72A-1211-D6DA-9F09E2BCFF50}"/>
              </a:ext>
            </a:extLst>
          </p:cNvPr>
          <p:cNvCxnSpPr/>
          <p:nvPr/>
        </p:nvCxnSpPr>
        <p:spPr>
          <a:xfrm>
            <a:off x="5395026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E81555-7D7E-539D-31D0-587F48138CE5}"/>
              </a:ext>
            </a:extLst>
          </p:cNvPr>
          <p:cNvSpPr txBox="1"/>
          <p:nvPr/>
        </p:nvSpPr>
        <p:spPr>
          <a:xfrm>
            <a:off x="5420426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20-Oct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93CE0E0-47C7-6F54-A30C-3C76ED6ABB66}"/>
              </a:ext>
            </a:extLst>
          </p:cNvPr>
          <p:cNvCxnSpPr/>
          <p:nvPr/>
        </p:nvCxnSpPr>
        <p:spPr>
          <a:xfrm>
            <a:off x="5868389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19703E-E772-3F3D-1951-263D07559A1A}"/>
              </a:ext>
            </a:extLst>
          </p:cNvPr>
          <p:cNvSpPr txBox="1"/>
          <p:nvPr/>
        </p:nvSpPr>
        <p:spPr>
          <a:xfrm>
            <a:off x="5893789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27-Oct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E2271B-0E44-B92E-9675-938EC3CD24CD}"/>
              </a:ext>
            </a:extLst>
          </p:cNvPr>
          <p:cNvCxnSpPr/>
          <p:nvPr/>
        </p:nvCxnSpPr>
        <p:spPr>
          <a:xfrm>
            <a:off x="6341753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B1C3FC0-0C81-D22C-5F14-641635E48B64}"/>
              </a:ext>
            </a:extLst>
          </p:cNvPr>
          <p:cNvSpPr txBox="1"/>
          <p:nvPr/>
        </p:nvSpPr>
        <p:spPr>
          <a:xfrm>
            <a:off x="6367153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03-Nov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F42B2F-71C7-8AA0-EF15-EBC0C7C6447C}"/>
              </a:ext>
            </a:extLst>
          </p:cNvPr>
          <p:cNvCxnSpPr/>
          <p:nvPr/>
        </p:nvCxnSpPr>
        <p:spPr>
          <a:xfrm>
            <a:off x="6815117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DFDBA7-9AAD-F730-34E0-B118A86BD394}"/>
              </a:ext>
            </a:extLst>
          </p:cNvPr>
          <p:cNvSpPr txBox="1"/>
          <p:nvPr/>
        </p:nvSpPr>
        <p:spPr>
          <a:xfrm>
            <a:off x="6840517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10-Nov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5928F5-A945-1DD9-6AB7-0681A5A96D56}"/>
              </a:ext>
            </a:extLst>
          </p:cNvPr>
          <p:cNvCxnSpPr/>
          <p:nvPr/>
        </p:nvCxnSpPr>
        <p:spPr>
          <a:xfrm>
            <a:off x="7288481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6A09192-2177-B4A1-CED1-CB329F214ED8}"/>
              </a:ext>
            </a:extLst>
          </p:cNvPr>
          <p:cNvSpPr txBox="1"/>
          <p:nvPr/>
        </p:nvSpPr>
        <p:spPr>
          <a:xfrm>
            <a:off x="7313881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17-Nov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27241B-3CBC-C708-48B3-526D4334300D}"/>
              </a:ext>
            </a:extLst>
          </p:cNvPr>
          <p:cNvCxnSpPr/>
          <p:nvPr/>
        </p:nvCxnSpPr>
        <p:spPr>
          <a:xfrm>
            <a:off x="7761844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97B5537-5ED8-F3DF-681C-5821E5B4AC65}"/>
              </a:ext>
            </a:extLst>
          </p:cNvPr>
          <p:cNvSpPr txBox="1"/>
          <p:nvPr/>
        </p:nvSpPr>
        <p:spPr>
          <a:xfrm>
            <a:off x="7787244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24-Nov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226C4C-1B90-349F-AFD1-C3011690614D}"/>
              </a:ext>
            </a:extLst>
          </p:cNvPr>
          <p:cNvCxnSpPr/>
          <p:nvPr/>
        </p:nvCxnSpPr>
        <p:spPr>
          <a:xfrm>
            <a:off x="8235207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2C12617-E539-7788-3DB1-140EF39838AE}"/>
              </a:ext>
            </a:extLst>
          </p:cNvPr>
          <p:cNvSpPr txBox="1"/>
          <p:nvPr/>
        </p:nvSpPr>
        <p:spPr>
          <a:xfrm>
            <a:off x="8260607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01-Dec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F154926-6634-B04F-8AD6-CE2908560801}"/>
              </a:ext>
            </a:extLst>
          </p:cNvPr>
          <p:cNvCxnSpPr/>
          <p:nvPr/>
        </p:nvCxnSpPr>
        <p:spPr>
          <a:xfrm>
            <a:off x="8708572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11A8B26-5A9D-AC63-732E-84D084B6D696}"/>
              </a:ext>
            </a:extLst>
          </p:cNvPr>
          <p:cNvSpPr txBox="1"/>
          <p:nvPr/>
        </p:nvSpPr>
        <p:spPr>
          <a:xfrm>
            <a:off x="8733972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08-Dec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DC4CBFE-61D7-295C-DABB-C5B89FBF804D}"/>
              </a:ext>
            </a:extLst>
          </p:cNvPr>
          <p:cNvCxnSpPr/>
          <p:nvPr/>
        </p:nvCxnSpPr>
        <p:spPr>
          <a:xfrm>
            <a:off x="9181935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AC3D7C4-BF7D-D30E-5416-E6E1F0DBC76D}"/>
              </a:ext>
            </a:extLst>
          </p:cNvPr>
          <p:cNvSpPr txBox="1"/>
          <p:nvPr/>
        </p:nvSpPr>
        <p:spPr>
          <a:xfrm>
            <a:off x="9207335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15-Dec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8AB81F-E51E-8AC2-0E4E-71A795FC0B9F}"/>
              </a:ext>
            </a:extLst>
          </p:cNvPr>
          <p:cNvCxnSpPr/>
          <p:nvPr/>
        </p:nvCxnSpPr>
        <p:spPr>
          <a:xfrm>
            <a:off x="9655299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EBB0953-FAB6-598F-B6D8-BF348F0BC0ED}"/>
              </a:ext>
            </a:extLst>
          </p:cNvPr>
          <p:cNvSpPr txBox="1"/>
          <p:nvPr/>
        </p:nvSpPr>
        <p:spPr>
          <a:xfrm>
            <a:off x="9680699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22-Dec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966B654-475D-A410-D3C1-776A981FA9A6}"/>
              </a:ext>
            </a:extLst>
          </p:cNvPr>
          <p:cNvCxnSpPr/>
          <p:nvPr/>
        </p:nvCxnSpPr>
        <p:spPr>
          <a:xfrm>
            <a:off x="10128662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375F8C9-91DC-C4E0-0DDF-DB302A2B1D4F}"/>
              </a:ext>
            </a:extLst>
          </p:cNvPr>
          <p:cNvSpPr txBox="1"/>
          <p:nvPr/>
        </p:nvSpPr>
        <p:spPr>
          <a:xfrm>
            <a:off x="10154062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29-Dec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D0AD9D9-641F-CB63-7934-55A13734547E}"/>
              </a:ext>
            </a:extLst>
          </p:cNvPr>
          <p:cNvCxnSpPr/>
          <p:nvPr/>
        </p:nvCxnSpPr>
        <p:spPr>
          <a:xfrm>
            <a:off x="10602026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EFCBC7A-BC6C-5825-1C4A-C8D7851FA10C}"/>
              </a:ext>
            </a:extLst>
          </p:cNvPr>
          <p:cNvSpPr txBox="1"/>
          <p:nvPr/>
        </p:nvSpPr>
        <p:spPr>
          <a:xfrm>
            <a:off x="10627426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05-Jan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365AA99-298D-3A82-312D-002C068B4521}"/>
              </a:ext>
            </a:extLst>
          </p:cNvPr>
          <p:cNvCxnSpPr/>
          <p:nvPr/>
        </p:nvCxnSpPr>
        <p:spPr>
          <a:xfrm>
            <a:off x="11075390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FF7C446-06C6-35C8-A801-7F48E43404FE}"/>
              </a:ext>
            </a:extLst>
          </p:cNvPr>
          <p:cNvSpPr txBox="1"/>
          <p:nvPr/>
        </p:nvSpPr>
        <p:spPr>
          <a:xfrm>
            <a:off x="11100790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12-Jan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71B7937-0D8B-E6AD-7445-CDDAC99897D7}"/>
              </a:ext>
            </a:extLst>
          </p:cNvPr>
          <p:cNvCxnSpPr/>
          <p:nvPr/>
        </p:nvCxnSpPr>
        <p:spPr>
          <a:xfrm>
            <a:off x="11548753" y="1117600"/>
            <a:ext cx="0" cy="1778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78939FB-DBB9-25F7-C060-73FECB2E53DB}"/>
              </a:ext>
            </a:extLst>
          </p:cNvPr>
          <p:cNvSpPr txBox="1"/>
          <p:nvPr/>
        </p:nvSpPr>
        <p:spPr>
          <a:xfrm>
            <a:off x="11574153" y="1100018"/>
            <a:ext cx="762000" cy="189796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Calibri" panose="020F0502020204030204" pitchFamily="34" charset="0"/>
              </a:rPr>
              <a:t>19-Jan</a:t>
            </a: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D03A3FF9-7B0C-703C-A287-979D2F954210}"/>
              </a:ext>
            </a:extLst>
          </p:cNvPr>
          <p:cNvSpPr/>
          <p:nvPr/>
        </p:nvSpPr>
        <p:spPr>
          <a:xfrm rot="10800000">
            <a:off x="8970488" y="1022350"/>
            <a:ext cx="152400" cy="95250"/>
          </a:xfrm>
          <a:prstGeom prst="triangle">
            <a:avLst/>
          </a:prstGeom>
          <a:solidFill>
            <a:srgbClr val="DC14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71BF38-6982-E3E9-7F86-ED01C5D40EF3}"/>
              </a:ext>
            </a:extLst>
          </p:cNvPr>
          <p:cNvSpPr txBox="1"/>
          <p:nvPr/>
        </p:nvSpPr>
        <p:spPr>
          <a:xfrm>
            <a:off x="8792688" y="793750"/>
            <a:ext cx="508000" cy="21544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800">
                <a:solidFill>
                  <a:srgbClr val="323E4F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E3266A5-B6E2-D2D1-E284-ECB19AE67EAC}"/>
              </a:ext>
            </a:extLst>
          </p:cNvPr>
          <p:cNvSpPr/>
          <p:nvPr/>
        </p:nvSpPr>
        <p:spPr>
          <a:xfrm>
            <a:off x="1270000" y="704850"/>
            <a:ext cx="946727" cy="304800"/>
          </a:xfrm>
          <a:prstGeom prst="roundRect">
            <a:avLst>
              <a:gd name="adj" fmla="val 25000"/>
            </a:avLst>
          </a:prstGeom>
          <a:solidFill>
            <a:srgbClr val="4472C4">
              <a:alpha val="70000"/>
            </a:srgbClr>
          </a:solidFill>
          <a:ln w="25400">
            <a:solidFill>
              <a:srgbClr val="4472C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B2DACC-4696-5409-1AB4-803FF539ABB1}"/>
              </a:ext>
            </a:extLst>
          </p:cNvPr>
          <p:cNvSpPr txBox="1"/>
          <p:nvPr/>
        </p:nvSpPr>
        <p:spPr>
          <a:xfrm>
            <a:off x="1235364" y="712916"/>
            <a:ext cx="1016000" cy="153888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DISCOVERY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9FE930-DB00-31A1-049E-31F4DB939CEA}"/>
              </a:ext>
            </a:extLst>
          </p:cNvPr>
          <p:cNvSpPr txBox="1"/>
          <p:nvPr/>
        </p:nvSpPr>
        <p:spPr>
          <a:xfrm>
            <a:off x="1235364" y="865316"/>
            <a:ext cx="10160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800">
                <a:solidFill>
                  <a:srgbClr val="DCDCDC"/>
                </a:solidFill>
                <a:latin typeface="Calibri" panose="020F0502020204030204" pitchFamily="34" charset="0"/>
              </a:rPr>
              <a:t>14 days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CB600A0-07C3-9FA9-AF9A-7B681AB33CAA}"/>
              </a:ext>
            </a:extLst>
          </p:cNvPr>
          <p:cNvSpPr/>
          <p:nvPr/>
        </p:nvSpPr>
        <p:spPr>
          <a:xfrm>
            <a:off x="2419597" y="704850"/>
            <a:ext cx="4057403" cy="304800"/>
          </a:xfrm>
          <a:prstGeom prst="roundRect">
            <a:avLst>
              <a:gd name="adj" fmla="val 25000"/>
            </a:avLst>
          </a:prstGeom>
          <a:solidFill>
            <a:srgbClr val="4472C4">
              <a:alpha val="70000"/>
            </a:srgbClr>
          </a:solidFill>
          <a:ln w="25400">
            <a:solidFill>
              <a:srgbClr val="4472C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A3ED75-2E90-264B-7F0F-6F52F3C494AC}"/>
              </a:ext>
            </a:extLst>
          </p:cNvPr>
          <p:cNvSpPr txBox="1"/>
          <p:nvPr/>
        </p:nvSpPr>
        <p:spPr>
          <a:xfrm>
            <a:off x="3940299" y="712916"/>
            <a:ext cx="1016000" cy="153888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BUILD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08D8E5-23E3-0D9F-885D-0C1D3E9AF36F}"/>
              </a:ext>
            </a:extLst>
          </p:cNvPr>
          <p:cNvSpPr txBox="1"/>
          <p:nvPr/>
        </p:nvSpPr>
        <p:spPr>
          <a:xfrm>
            <a:off x="3940299" y="865316"/>
            <a:ext cx="10160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800">
                <a:solidFill>
                  <a:srgbClr val="DCDCDC"/>
                </a:solidFill>
                <a:latin typeface="Calibri" panose="020F0502020204030204" pitchFamily="34" charset="0"/>
              </a:rPr>
              <a:t>60 days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AEE181C-4288-581F-3C46-4A96D5676B26}"/>
              </a:ext>
            </a:extLst>
          </p:cNvPr>
          <p:cNvSpPr/>
          <p:nvPr/>
        </p:nvSpPr>
        <p:spPr>
          <a:xfrm>
            <a:off x="6679870" y="704850"/>
            <a:ext cx="1217221" cy="304800"/>
          </a:xfrm>
          <a:prstGeom prst="roundRect">
            <a:avLst>
              <a:gd name="adj" fmla="val 25000"/>
            </a:avLst>
          </a:prstGeom>
          <a:solidFill>
            <a:srgbClr val="A0A0A0">
              <a:alpha val="70000"/>
            </a:srgbClr>
          </a:solidFill>
          <a:ln w="25400">
            <a:solidFill>
              <a:srgbClr val="A0A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D8551E-1C89-D39D-149E-74F24233284A}"/>
              </a:ext>
            </a:extLst>
          </p:cNvPr>
          <p:cNvSpPr txBox="1"/>
          <p:nvPr/>
        </p:nvSpPr>
        <p:spPr>
          <a:xfrm>
            <a:off x="6780481" y="712916"/>
            <a:ext cx="1016000" cy="153888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ROLLOUT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BE668C-CE2C-0098-E16E-BDD5D1C1A577}"/>
              </a:ext>
            </a:extLst>
          </p:cNvPr>
          <p:cNvSpPr txBox="1"/>
          <p:nvPr/>
        </p:nvSpPr>
        <p:spPr>
          <a:xfrm>
            <a:off x="6780481" y="865316"/>
            <a:ext cx="10160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800">
                <a:solidFill>
                  <a:srgbClr val="DCDCDC"/>
                </a:solidFill>
                <a:latin typeface="Calibri" panose="020F0502020204030204" pitchFamily="34" charset="0"/>
              </a:rPr>
              <a:t>18 days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181FA3-523B-8CE3-1D74-469B259DD18E}"/>
              </a:ext>
            </a:extLst>
          </p:cNvPr>
          <p:cNvSpPr txBox="1"/>
          <p:nvPr/>
        </p:nvSpPr>
        <p:spPr>
          <a:xfrm>
            <a:off x="127000" y="1441450"/>
            <a:ext cx="825500" cy="3302000"/>
          </a:xfrm>
          <a:prstGeom prst="rect">
            <a:avLst/>
          </a:prstGeom>
          <a:solidFill>
            <a:srgbClr val="1F3763"/>
          </a:solidFill>
        </p:spPr>
        <p:txBody>
          <a:bodyPr vert="horz" wrap="square" lIns="63500" tIns="25400" rIns="63500" bIns="25400" rtlCol="0" anchor="ctr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Calibri" panose="020F0502020204030204" pitchFamily="34" charset="0"/>
              </a:rPr>
              <a:t>Pre-Prod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355D45-4388-FB50-F554-414D8F93839D}"/>
              </a:ext>
            </a:extLst>
          </p:cNvPr>
          <p:cNvSpPr txBox="1"/>
          <p:nvPr/>
        </p:nvSpPr>
        <p:spPr>
          <a:xfrm>
            <a:off x="127000" y="4806950"/>
            <a:ext cx="825500" cy="1524000"/>
          </a:xfrm>
          <a:prstGeom prst="rect">
            <a:avLst/>
          </a:prstGeom>
          <a:solidFill>
            <a:srgbClr val="1F3763"/>
          </a:solidFill>
        </p:spPr>
        <p:txBody>
          <a:bodyPr vert="horz" wrap="square" lIns="63500" tIns="25400" rIns="63500" bIns="25400" rtlCol="0" anchor="ctr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Calibri" panose="020F0502020204030204" pitchFamily="34" charset="0"/>
              </a:rPr>
              <a:t>Release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398C3D6-9B22-969E-0262-09030F54A08F}"/>
              </a:ext>
            </a:extLst>
          </p:cNvPr>
          <p:cNvSpPr/>
          <p:nvPr/>
        </p:nvSpPr>
        <p:spPr>
          <a:xfrm>
            <a:off x="1743364" y="1828800"/>
            <a:ext cx="473363" cy="203200"/>
          </a:xfrm>
          <a:prstGeom prst="roundRect">
            <a:avLst>
              <a:gd name="adj" fmla="val 20000"/>
            </a:avLst>
          </a:prstGeom>
          <a:solidFill>
            <a:srgbClr val="76CB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7C2564-B4DF-7077-BE8C-2EB0A5C3C9C9}"/>
              </a:ext>
            </a:extLst>
          </p:cNvPr>
          <p:cNvSpPr txBox="1"/>
          <p:nvPr/>
        </p:nvSpPr>
        <p:spPr>
          <a:xfrm>
            <a:off x="1675245" y="1684466"/>
            <a:ext cx="6096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Planning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F6749D-031A-25F4-9F4C-A9653137C697}"/>
              </a:ext>
            </a:extLst>
          </p:cNvPr>
          <p:cNvSpPr txBox="1"/>
          <p:nvPr/>
        </p:nvSpPr>
        <p:spPr>
          <a:xfrm>
            <a:off x="1362364" y="1874966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7 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AE1732-0D38-2088-ED13-A2FEEDEA04FE}"/>
              </a:ext>
            </a:extLst>
          </p:cNvPr>
          <p:cNvSpPr txBox="1"/>
          <p:nvPr/>
        </p:nvSpPr>
        <p:spPr>
          <a:xfrm>
            <a:off x="2280227" y="1874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27 Aug - 03 Sep</a:t>
            </a:r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1E344156-29FD-55ED-605B-034D62B97AF8}"/>
              </a:ext>
            </a:extLst>
          </p:cNvPr>
          <p:cNvSpPr/>
          <p:nvPr/>
        </p:nvSpPr>
        <p:spPr>
          <a:xfrm>
            <a:off x="2317997" y="2273300"/>
            <a:ext cx="203200" cy="203200"/>
          </a:xfrm>
          <a:prstGeom prst="diamond">
            <a:avLst/>
          </a:prstGeom>
          <a:solidFill>
            <a:srgbClr val="76CB7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727E6B-A061-FB7B-CFF4-429E63B100F7}"/>
              </a:ext>
            </a:extLst>
          </p:cNvPr>
          <p:cNvSpPr txBox="1"/>
          <p:nvPr/>
        </p:nvSpPr>
        <p:spPr>
          <a:xfrm>
            <a:off x="1181347" y="2306642"/>
            <a:ext cx="10668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Sprint 1 Prep.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95A3DE-BFD9-C983-53E7-3A9AB66D28DE}"/>
              </a:ext>
            </a:extLst>
          </p:cNvPr>
          <p:cNvSpPr txBox="1"/>
          <p:nvPr/>
        </p:nvSpPr>
        <p:spPr>
          <a:xfrm>
            <a:off x="2610097" y="2273300"/>
            <a:ext cx="1524000" cy="215444"/>
          </a:xfrm>
          <a:prstGeom prst="rect">
            <a:avLst/>
          </a:prstGeom>
          <a:noFill/>
        </p:spPr>
        <p:txBody>
          <a:bodyPr vert="horz" lIns="25400" rIns="2540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06-Sep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2721BF7-4F98-3F6C-227B-6CE8057FD4CD}"/>
              </a:ext>
            </a:extLst>
          </p:cNvPr>
          <p:cNvSpPr/>
          <p:nvPr/>
        </p:nvSpPr>
        <p:spPr>
          <a:xfrm>
            <a:off x="2419597" y="3162300"/>
            <a:ext cx="270494" cy="203200"/>
          </a:xfrm>
          <a:prstGeom prst="roundRect">
            <a:avLst>
              <a:gd name="adj" fmla="val 20000"/>
            </a:avLst>
          </a:prstGeom>
          <a:solidFill>
            <a:srgbClr val="76CB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9EB6F0-1763-1C47-64CB-780D7EEA2FF5}"/>
              </a:ext>
            </a:extLst>
          </p:cNvPr>
          <p:cNvSpPr txBox="1"/>
          <p:nvPr/>
        </p:nvSpPr>
        <p:spPr>
          <a:xfrm>
            <a:off x="2173844" y="3017966"/>
            <a:ext cx="7620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Env. Setup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3C1451-E6E3-F9D7-4236-062A06912914}"/>
              </a:ext>
            </a:extLst>
          </p:cNvPr>
          <p:cNvSpPr txBox="1"/>
          <p:nvPr/>
        </p:nvSpPr>
        <p:spPr>
          <a:xfrm>
            <a:off x="2038597" y="3208466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4 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5A840A-B2D7-7F79-2070-51C8DCA67721}"/>
              </a:ext>
            </a:extLst>
          </p:cNvPr>
          <p:cNvSpPr txBox="1"/>
          <p:nvPr/>
        </p:nvSpPr>
        <p:spPr>
          <a:xfrm>
            <a:off x="2753591" y="32084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06 Sep - 10 Sep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94EE8AE-1BD8-42B5-3B56-B37D42361699}"/>
              </a:ext>
            </a:extLst>
          </p:cNvPr>
          <p:cNvSpPr/>
          <p:nvPr/>
        </p:nvSpPr>
        <p:spPr>
          <a:xfrm>
            <a:off x="2419597" y="2717800"/>
            <a:ext cx="270494" cy="203200"/>
          </a:xfrm>
          <a:prstGeom prst="roundRect">
            <a:avLst>
              <a:gd name="adj" fmla="val 20000"/>
            </a:avLst>
          </a:prstGeom>
          <a:solidFill>
            <a:srgbClr val="76CB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CDA26-1CF5-7B98-54A6-68B2C2E22080}"/>
              </a:ext>
            </a:extLst>
          </p:cNvPr>
          <p:cNvSpPr txBox="1"/>
          <p:nvPr/>
        </p:nvSpPr>
        <p:spPr>
          <a:xfrm>
            <a:off x="1830944" y="2573466"/>
            <a:ext cx="14478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Foundational Design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5532F6-1D84-FED7-37FC-F459275E0D5F}"/>
              </a:ext>
            </a:extLst>
          </p:cNvPr>
          <p:cNvSpPr txBox="1"/>
          <p:nvPr/>
        </p:nvSpPr>
        <p:spPr>
          <a:xfrm>
            <a:off x="2038597" y="2763966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4 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18CC6F9-A227-710F-4693-647E8AEEF2CC}"/>
              </a:ext>
            </a:extLst>
          </p:cNvPr>
          <p:cNvSpPr txBox="1"/>
          <p:nvPr/>
        </p:nvSpPr>
        <p:spPr>
          <a:xfrm>
            <a:off x="2753591" y="2763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06 Sep - 10 Sep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02BBC89-FB2D-9642-F3EB-D6CB7A79AEA2}"/>
              </a:ext>
            </a:extLst>
          </p:cNvPr>
          <p:cNvSpPr/>
          <p:nvPr/>
        </p:nvSpPr>
        <p:spPr>
          <a:xfrm>
            <a:off x="2892961" y="3860800"/>
            <a:ext cx="3584039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C40072-1252-7AAF-344F-65B2F65CDB82}"/>
              </a:ext>
            </a:extLst>
          </p:cNvPr>
          <p:cNvSpPr txBox="1"/>
          <p:nvPr/>
        </p:nvSpPr>
        <p:spPr>
          <a:xfrm>
            <a:off x="2779981" y="3716466"/>
            <a:ext cx="38100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Platform configuration (Content Hub &amp; Chili Publisher)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CFE157-F105-5096-9F62-BF0A1EEC2D13}"/>
              </a:ext>
            </a:extLst>
          </p:cNvPr>
          <p:cNvSpPr txBox="1"/>
          <p:nvPr/>
        </p:nvSpPr>
        <p:spPr>
          <a:xfrm>
            <a:off x="2511961" y="39685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53 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075B7A-0411-B101-5913-85B0C0EF8122}"/>
              </a:ext>
            </a:extLst>
          </p:cNvPr>
          <p:cNvSpPr txBox="1"/>
          <p:nvPr/>
        </p:nvSpPr>
        <p:spPr>
          <a:xfrm>
            <a:off x="6540500" y="3906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13 Sep - 05 Nov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D5E11731-DA1D-2F2D-321D-B2450B6DB17D}"/>
              </a:ext>
            </a:extLst>
          </p:cNvPr>
          <p:cNvSpPr/>
          <p:nvPr/>
        </p:nvSpPr>
        <p:spPr>
          <a:xfrm>
            <a:off x="2892961" y="4114800"/>
            <a:ext cx="3584039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ACD8B7-29BF-E289-6C9B-E433330DC485}"/>
              </a:ext>
            </a:extLst>
          </p:cNvPr>
          <p:cNvSpPr txBox="1"/>
          <p:nvPr/>
        </p:nvSpPr>
        <p:spPr>
          <a:xfrm>
            <a:off x="3618181" y="4160966"/>
            <a:ext cx="21336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Customization &amp; Integrations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925060-AA05-9876-BCF0-B3C39E12E68C}"/>
              </a:ext>
            </a:extLst>
          </p:cNvPr>
          <p:cNvSpPr txBox="1"/>
          <p:nvPr/>
        </p:nvSpPr>
        <p:spPr>
          <a:xfrm>
            <a:off x="2511961" y="42225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53 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42F62C7-DBAE-9143-E74A-2E2800B1183D}"/>
              </a:ext>
            </a:extLst>
          </p:cNvPr>
          <p:cNvSpPr txBox="1"/>
          <p:nvPr/>
        </p:nvSpPr>
        <p:spPr>
          <a:xfrm>
            <a:off x="6540500" y="4160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13 Sep - 05 Nov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BD0A3D57-678B-2AF5-B2D5-30A943C549A7}"/>
              </a:ext>
            </a:extLst>
          </p:cNvPr>
          <p:cNvSpPr/>
          <p:nvPr/>
        </p:nvSpPr>
        <p:spPr>
          <a:xfrm>
            <a:off x="2892961" y="3416300"/>
            <a:ext cx="3584039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D2B330-B2F7-DD70-02DE-A40FD7985943}"/>
              </a:ext>
            </a:extLst>
          </p:cNvPr>
          <p:cNvSpPr txBox="1"/>
          <p:nvPr/>
        </p:nvSpPr>
        <p:spPr>
          <a:xfrm>
            <a:off x="3541981" y="3462466"/>
            <a:ext cx="22860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Smart Templates design &amp; build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0D514E-050E-4CDC-8784-EB9DB537B15C}"/>
              </a:ext>
            </a:extLst>
          </p:cNvPr>
          <p:cNvSpPr txBox="1"/>
          <p:nvPr/>
        </p:nvSpPr>
        <p:spPr>
          <a:xfrm>
            <a:off x="2511961" y="35240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53 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5847512-C1A7-5128-A31E-ED5674BD0C84}"/>
              </a:ext>
            </a:extLst>
          </p:cNvPr>
          <p:cNvSpPr txBox="1"/>
          <p:nvPr/>
        </p:nvSpPr>
        <p:spPr>
          <a:xfrm>
            <a:off x="6540500" y="34624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13 Sep - 05 Nov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F9B43306-8C19-C1EC-7A34-133AE88D4677}"/>
              </a:ext>
            </a:extLst>
          </p:cNvPr>
          <p:cNvSpPr/>
          <p:nvPr/>
        </p:nvSpPr>
        <p:spPr>
          <a:xfrm>
            <a:off x="4718792" y="2273300"/>
            <a:ext cx="1758208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180A4F0-70C0-6698-362A-C9F0776D22D4}"/>
              </a:ext>
            </a:extLst>
          </p:cNvPr>
          <p:cNvSpPr txBox="1"/>
          <p:nvPr/>
        </p:nvSpPr>
        <p:spPr>
          <a:xfrm>
            <a:off x="5026396" y="2319466"/>
            <a:ext cx="11430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Asset Migration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94EA99B-0DE3-B695-F8D0-62EB39E159BC}"/>
              </a:ext>
            </a:extLst>
          </p:cNvPr>
          <p:cNvSpPr txBox="1"/>
          <p:nvPr/>
        </p:nvSpPr>
        <p:spPr>
          <a:xfrm>
            <a:off x="4337792" y="23810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26 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1FFAF8-9457-BF4A-A4A2-8A4594537A7E}"/>
              </a:ext>
            </a:extLst>
          </p:cNvPr>
          <p:cNvSpPr txBox="1"/>
          <p:nvPr/>
        </p:nvSpPr>
        <p:spPr>
          <a:xfrm>
            <a:off x="6540500" y="23194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10 Oct - 05 Nov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9C817F18-3B69-B851-C98A-998FCCB2678A}"/>
              </a:ext>
            </a:extLst>
          </p:cNvPr>
          <p:cNvSpPr/>
          <p:nvPr/>
        </p:nvSpPr>
        <p:spPr>
          <a:xfrm>
            <a:off x="5665519" y="1828800"/>
            <a:ext cx="811481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7F78BF7-0A78-C47F-B680-0A97E741BE26}"/>
              </a:ext>
            </a:extLst>
          </p:cNvPr>
          <p:cNvSpPr txBox="1"/>
          <p:nvPr/>
        </p:nvSpPr>
        <p:spPr>
          <a:xfrm>
            <a:off x="5385460" y="1684466"/>
            <a:ext cx="13716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Training Materials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13B1B71-88F5-7F2B-FA40-F78225FD83EE}"/>
              </a:ext>
            </a:extLst>
          </p:cNvPr>
          <p:cNvSpPr txBox="1"/>
          <p:nvPr/>
        </p:nvSpPr>
        <p:spPr>
          <a:xfrm>
            <a:off x="5284519" y="19365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12 d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A0CE948-460E-04AF-FEA2-39317B4A90A3}"/>
              </a:ext>
            </a:extLst>
          </p:cNvPr>
          <p:cNvSpPr txBox="1"/>
          <p:nvPr/>
        </p:nvSpPr>
        <p:spPr>
          <a:xfrm>
            <a:off x="6540500" y="1874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24 Oct - 05 Nov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13AB6ED0-D17A-F07B-DDF6-98697EDDB765}"/>
              </a:ext>
            </a:extLst>
          </p:cNvPr>
          <p:cNvSpPr/>
          <p:nvPr/>
        </p:nvSpPr>
        <p:spPr>
          <a:xfrm>
            <a:off x="6679870" y="2717800"/>
            <a:ext cx="743857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B3BFF80-E368-2CA4-3B28-C43A57459BD7}"/>
              </a:ext>
            </a:extLst>
          </p:cNvPr>
          <p:cNvSpPr txBox="1"/>
          <p:nvPr/>
        </p:nvSpPr>
        <p:spPr>
          <a:xfrm>
            <a:off x="6327899" y="2573466"/>
            <a:ext cx="14478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UAT &amp; Stabilization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EFF150-EA1E-8372-C7BA-3960F7980831}"/>
              </a:ext>
            </a:extLst>
          </p:cNvPr>
          <p:cNvSpPr txBox="1"/>
          <p:nvPr/>
        </p:nvSpPr>
        <p:spPr>
          <a:xfrm>
            <a:off x="6298870" y="28255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11 d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93BC31D-AAFD-506E-9AD6-E3E135FACC1E}"/>
              </a:ext>
            </a:extLst>
          </p:cNvPr>
          <p:cNvSpPr txBox="1"/>
          <p:nvPr/>
        </p:nvSpPr>
        <p:spPr>
          <a:xfrm>
            <a:off x="7487227" y="2763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08 Nov - 19 Nov</a:t>
            </a: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32972190-12CC-DE7C-B613-1CCD44E42917}"/>
              </a:ext>
            </a:extLst>
          </p:cNvPr>
          <p:cNvSpPr/>
          <p:nvPr/>
        </p:nvSpPr>
        <p:spPr>
          <a:xfrm>
            <a:off x="7524997" y="3162300"/>
            <a:ext cx="203200" cy="203200"/>
          </a:xfrm>
          <a:prstGeom prst="diamond">
            <a:avLst/>
          </a:prstGeom>
          <a:solidFill>
            <a:srgbClr val="A0A0A0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CC24506-2F82-AE55-DC15-A18AD50B1354}"/>
              </a:ext>
            </a:extLst>
          </p:cNvPr>
          <p:cNvSpPr txBox="1"/>
          <p:nvPr/>
        </p:nvSpPr>
        <p:spPr>
          <a:xfrm>
            <a:off x="6997947" y="3264892"/>
            <a:ext cx="457200" cy="164148"/>
          </a:xfrm>
          <a:prstGeom prst="rect">
            <a:avLst/>
          </a:prstGeom>
          <a:noFill/>
        </p:spPr>
        <p:txBody>
          <a:bodyPr vert="horz" lIns="38100" tIns="12700" rIns="38100" bIns="12700" rtlCol="0" anchor="ctr">
            <a:spAutoFit/>
          </a:bodyPr>
          <a:lstStyle/>
          <a:p>
            <a:pPr algn="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Launch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B060A9D-92BE-F3EF-DD8F-2BE31ACD7A8E}"/>
              </a:ext>
            </a:extLst>
          </p:cNvPr>
          <p:cNvSpPr txBox="1"/>
          <p:nvPr/>
        </p:nvSpPr>
        <p:spPr>
          <a:xfrm>
            <a:off x="7817097" y="3162300"/>
            <a:ext cx="1524000" cy="215444"/>
          </a:xfrm>
          <a:prstGeom prst="rect">
            <a:avLst/>
          </a:prstGeom>
          <a:noFill/>
        </p:spPr>
        <p:txBody>
          <a:bodyPr vert="horz" lIns="25400" rIns="2540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22-Nov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E5B824AE-3897-1E55-602D-ABE58F4774A0}"/>
              </a:ext>
            </a:extLst>
          </p:cNvPr>
          <p:cNvSpPr/>
          <p:nvPr/>
        </p:nvSpPr>
        <p:spPr>
          <a:xfrm>
            <a:off x="4313052" y="5003800"/>
            <a:ext cx="2163948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D6BA418-8E28-67D4-59D1-53D1378D1D01}"/>
              </a:ext>
            </a:extLst>
          </p:cNvPr>
          <p:cNvSpPr txBox="1"/>
          <p:nvPr/>
        </p:nvSpPr>
        <p:spPr>
          <a:xfrm>
            <a:off x="4480626" y="5049966"/>
            <a:ext cx="18288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Global rollouts planning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F4616A-90BF-9D99-CAC4-46F0F6053BA1}"/>
              </a:ext>
            </a:extLst>
          </p:cNvPr>
          <p:cNvSpPr txBox="1"/>
          <p:nvPr/>
        </p:nvSpPr>
        <p:spPr>
          <a:xfrm>
            <a:off x="3932052" y="51115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32 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98259BC-582C-F1C9-B745-D396362DDAC4}"/>
              </a:ext>
            </a:extLst>
          </p:cNvPr>
          <p:cNvSpPr txBox="1"/>
          <p:nvPr/>
        </p:nvSpPr>
        <p:spPr>
          <a:xfrm>
            <a:off x="6540500" y="50499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04 Oct - 05 Nov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CC7EC6DF-7C39-3F10-C00D-217D6DC210D9}"/>
              </a:ext>
            </a:extLst>
          </p:cNvPr>
          <p:cNvSpPr/>
          <p:nvPr/>
        </p:nvSpPr>
        <p:spPr>
          <a:xfrm>
            <a:off x="6679870" y="5448300"/>
            <a:ext cx="743857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D22F66C-A7EA-D2CE-DC32-98ACD48B0902}"/>
              </a:ext>
            </a:extLst>
          </p:cNvPr>
          <p:cNvSpPr txBox="1"/>
          <p:nvPr/>
        </p:nvSpPr>
        <p:spPr>
          <a:xfrm>
            <a:off x="6518399" y="5303966"/>
            <a:ext cx="10668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323232"/>
                </a:solidFill>
                <a:latin typeface="Calibri" panose="020F0502020204030204" pitchFamily="34" charset="0"/>
              </a:rPr>
              <a:t>Scope &amp; Design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8CC4443-959A-9D21-0721-E0E01A355DD5}"/>
              </a:ext>
            </a:extLst>
          </p:cNvPr>
          <p:cNvSpPr txBox="1"/>
          <p:nvPr/>
        </p:nvSpPr>
        <p:spPr>
          <a:xfrm>
            <a:off x="6298870" y="55560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11 d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98CF2A6-99D7-E3BA-6EA5-8A05AC7A01E1}"/>
              </a:ext>
            </a:extLst>
          </p:cNvPr>
          <p:cNvSpPr txBox="1"/>
          <p:nvPr/>
        </p:nvSpPr>
        <p:spPr>
          <a:xfrm>
            <a:off x="7487227" y="54944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08 Nov - 19 Nov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54CDBB8E-7FF3-50F9-25E5-45FDDDA1F0B4}"/>
              </a:ext>
            </a:extLst>
          </p:cNvPr>
          <p:cNvSpPr/>
          <p:nvPr/>
        </p:nvSpPr>
        <p:spPr>
          <a:xfrm>
            <a:off x="8505701" y="5702300"/>
            <a:ext cx="3178299" cy="203200"/>
          </a:xfrm>
          <a:prstGeom prst="roundRect">
            <a:avLst>
              <a:gd name="adj" fmla="val 20000"/>
            </a:avLst>
          </a:prstGeom>
          <a:solidFill>
            <a:srgbClr val="A0A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9E9D544-0CC0-B224-C5A8-7FC546B1E65E}"/>
              </a:ext>
            </a:extLst>
          </p:cNvPr>
          <p:cNvSpPr txBox="1"/>
          <p:nvPr/>
        </p:nvSpPr>
        <p:spPr>
          <a:xfrm>
            <a:off x="8761350" y="5748466"/>
            <a:ext cx="2667000" cy="138499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anose="020F0502020204030204" pitchFamily="34" charset="0"/>
              </a:rPr>
              <a:t>Solution Evolution &amp; Global Rollout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F74389C-AB11-A05B-4F3C-17800195F4CA}"/>
              </a:ext>
            </a:extLst>
          </p:cNvPr>
          <p:cNvSpPr txBox="1"/>
          <p:nvPr/>
        </p:nvSpPr>
        <p:spPr>
          <a:xfrm>
            <a:off x="8124701" y="5810021"/>
            <a:ext cx="31750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pPr algn="r"/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47 d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D78EBEF-3B1C-F477-9CE6-AD30A322ED78}"/>
              </a:ext>
            </a:extLst>
          </p:cNvPr>
          <p:cNvSpPr txBox="1"/>
          <p:nvPr/>
        </p:nvSpPr>
        <p:spPr>
          <a:xfrm>
            <a:off x="11747500" y="5748466"/>
            <a:ext cx="1047750" cy="123111"/>
          </a:xfrm>
          <a:prstGeom prst="rect">
            <a:avLst/>
          </a:prstGeom>
          <a:noFill/>
        </p:spPr>
        <p:txBody>
          <a:bodyPr vert="horz" lIns="25400" tIns="0" rIns="25400" bIns="0" rtlCol="0" anchor="ctr">
            <a:spAutoFit/>
          </a:bodyPr>
          <a:lstStyle/>
          <a:p>
            <a:r>
              <a:rPr lang="en-US" sz="800">
                <a:solidFill>
                  <a:srgbClr val="646464"/>
                </a:solidFill>
                <a:latin typeface="Calibri" panose="020F0502020204030204" pitchFamily="34" charset="0"/>
              </a:rPr>
              <a:t>05 Dec - 21 Jan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2BA449E-6E2A-4D1D-4527-9B74FC682C15}"/>
              </a:ext>
            </a:extLst>
          </p:cNvPr>
          <p:cNvSpPr txBox="1"/>
          <p:nvPr/>
        </p:nvSpPr>
        <p:spPr>
          <a:xfrm>
            <a:off x="127000" y="147518"/>
            <a:ext cx="1016000" cy="205184"/>
          </a:xfrm>
          <a:prstGeom prst="rect">
            <a:avLst/>
          </a:prstGeom>
          <a:noFill/>
        </p:spPr>
        <p:txBody>
          <a:bodyPr vert="horz" lIns="38100" tIns="25400" rIns="38100" bIns="25400" rtlCol="0" anchor="ctr">
            <a:spAutoFit/>
          </a:bodyPr>
          <a:lstStyle/>
          <a:p>
            <a:r>
              <a:rPr lang="en-US" sz="1000" b="1">
                <a:solidFill>
                  <a:srgbClr val="646464"/>
                </a:solidFill>
                <a:latin typeface="Calibri" panose="020F0502020204030204" pitchFamily="34" charset="0"/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1920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Widescreen</PresentationFormat>
  <Paragraphs>115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Alexo Mogilny</dc:creator>
  <cp:lastModifiedBy>Alexo Mogilny</cp:lastModifiedBy>
  <cp:revision>1</cp:revision>
  <dcterms:created xsi:type="dcterms:W3CDTF">2025-12-13T21:25:07Z</dcterms:created>
  <dcterms:modified xsi:type="dcterms:W3CDTF">2025-12-13T21:25:07Z</dcterms:modified>
</cp:coreProperties>
</file>